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1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INTELLIGENCE FOR THE UAD 3.6 ERA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AppraisalIQ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compliance, review, and workflow platform built by the appraisal industry’s own veterans — not around them.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 Overview  —  Confidential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guidance is scattered. Production is manual. The rules just 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" y="233318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is scattered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FNMA, FHLMC, FHA, and USPAP rules span thousands of pages — a single question (“will FHA insure collateral with defective paint?”) can cost hours or get answered wrong.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21488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03" y="233318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is slow and manual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0560" y="35661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comps from MLS and building market-supported adjustments is still largely manual, inconsistent across appraisers, and error-prone.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63" y="233318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29718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is inconsistent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046720" y="35661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at lenders and AMCs apply guidance unevenly, creating rework, delay, and real compliance exposure.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closings, inconsistent risk decisions, and liability exposure for the lenders and AMCs who depend on appraisal output.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forced, dated market event that nobody is prepared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222930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UAD 3.6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appraisal reporting form is replacing the standard every field appraiser and reviewer has used for years — on a fixed timeline, with minimal structured guidance available.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4572000"/>
            <a:ext cx="4480560" cy="0"/>
          </a:xfrm>
          <a:prstGeom prst="line">
            <a:avLst/>
          </a:prstGeom>
          <a:noFill/>
          <a:ln w="12700">
            <a:solidFill>
              <a:srgbClr val="3944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47548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appraiser, reviewer, AMC, and lender in the country needs help with this — in the same 12–24 month window.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1691640"/>
            <a:ext cx="548640" cy="54864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673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regulatory scrutiny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812280" y="2057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Fair-lending and appraisal-bias oversight is pushing lenders and AMCs toward more consistent, defensible processes.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80760" y="3108960"/>
            <a:ext cx="548640" cy="54864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246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3090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finally capable enough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12280" y="3474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review, comp scrubbing, and guideline synthesis have only recently reached the accuracy bar this industry requires.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526280"/>
            <a:ext cx="548640" cy="54864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6634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4507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incumbent owns this moment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812280" y="4892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pieces — pure AVM, or pure panel management — not the full compliance-plus-production-plus-review loop.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across the full appraisal lifecycle — guidance, production, and review.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585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93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 Q&amp;A Database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sourced answers from FNMA, FHLMC, FHA, and USPAP for complex or unusual scenarios.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99432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25856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93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UAD 3.6 Navigator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guidance for the new form — the industry’s single most urgent, time-boxed need.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02752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2585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09397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 &amp; Document Review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02752" y="278892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Scrubs MLS for comparables and helps generate market-supported, defensible adjustments.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4507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63600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714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Review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16636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same guideline database to support faster, more consistent reviewer decisions.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251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99432" y="4507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63600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4714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Management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5166360"/>
            <a:ext cx="3008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portal for appraisers to receive assignments and use AI to automate parts of report writing.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2519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8302752" y="43891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more on the roadmap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302752" y="4846320"/>
            <a:ext cx="30083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modules are spec’d for future releases as the platform expands across the lifecycle.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from assignment to defensible, reviewed report.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1965960"/>
            <a:ext cx="640080" cy="64008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0876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586" y="2948026"/>
            <a:ext cx="321869" cy="321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intake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 uploads a new assignment to their portal.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9252" y="3337560"/>
            <a:ext cx="234696" cy="27432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44240" y="22860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58640" y="1965960"/>
            <a:ext cx="640080" cy="64008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586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1292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746" y="2948026"/>
            <a:ext cx="321869" cy="32186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14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comps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8140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scrubs MLS and proposes supported comparables.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63412" y="3337560"/>
            <a:ext cx="234696" cy="27432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48400" y="22860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162800" y="1965960"/>
            <a:ext cx="640080" cy="64008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162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711708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906" y="2948026"/>
            <a:ext cx="321869" cy="32186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8556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 check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38556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database flags applicable FNMA/FHA/USPAP requirements.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767572" y="3337560"/>
            <a:ext cx="234696" cy="274320"/>
          </a:xfrm>
          <a:prstGeom prst="rightArrow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052560" y="22860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966960" y="1965960"/>
            <a:ext cx="640080" cy="640080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966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992124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066" y="2948026"/>
            <a:ext cx="321869" cy="32186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972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review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918972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adjustments generate; reviewers use the same engine to confirm.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same guideline logic across production and review — not two disconnected tools.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Customers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buyer groups, one connected workflow — each with budget and urgency.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306" y="244510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consistent, defensible collateral review and reduced compliance/liability exposure.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19659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15968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794" y="244510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4448" y="3657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manage appraiser panels efficiently and prove QC rigor to lender clients.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9659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77456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282" y="244510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Appraisers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45936" y="3657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work faster, cut revision rates, and adapt to UAD 3.6 without guessing.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24544" y="1965960"/>
            <a:ext cx="2560320" cy="3246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838944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3770" y="2445106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07424" y="36576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fast, reliable read on collateral value and risk before deploying capital.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486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one piece of this loop — pure valuation, or pure panel management — not the full compliance-plus-production-plus-review workflow these four groups all touch.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someone who has sat in every seat this product serves.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Years, Every Seat at the Table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5237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239572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appraisal career begins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18211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05409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305409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certification achieved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84048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71246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2003–14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37124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field appraiser; staff appraiser at Wells Fargo and Bank of America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44988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437083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43708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and owned a small AMC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515721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yrs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14600" y="5029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review role at a large national lender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0" y="17830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Authority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has been the appraiser, the bank’s staff appraiser, the AMC owner, and the reviewer — not a founder guessing at these users’ needs from the outside.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397764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Execution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4572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 technical co-founder actively building the product — combining domain trust with the capability to ship in a compliance-sensitive industry.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subscription, tiered by user type — with a clear land-and-expand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Appraiser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Per-seat, monthly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Q&amp;A database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 3.6 Navigator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management portal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67335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6733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AMC / Team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+ panel tools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Appraiser tier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Panel-wide QC visibility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&amp; document review at scale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 / Enterprise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5877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AMC tier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review engine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&amp; audit trail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strategy: </a:t>
            </a: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UAD 3.6 Navigator to land appraisers and AMCs during the transition window, then expand into full workflow and review.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honest ask sized to the stage we’re at — not an inflated near-term target.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fully spec’d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 in place, actively building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founders currently part-time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raise funds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founders full-time to finish and ship v1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first pilot cohort around the UAD 3.6 transition window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for a larger round on real traction within 12–18 months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Path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v1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product; first pilot customers from founder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4572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price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5303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pilots to paying customers; refine tiered pricing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4434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45720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4892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on traction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83880" y="53035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round funded by real usage and revenue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is being forced to change.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building the platform that helps it change well — with the credibility of someone who has lived every side of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AppraisalIQ  —  Angel Investor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Jennifer McCOOK</cp:lastModifiedBy>
  <cp:revision>1</cp:revision>
  <dcterms:created xsi:type="dcterms:W3CDTF">2026-07-30T01:28:04Z</dcterms:created>
  <dcterms:modified xsi:type="dcterms:W3CDTF">2026-07-30T01:35:45Z</dcterms:modified>
</cp:coreProperties>
</file>